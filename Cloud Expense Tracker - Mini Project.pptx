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Expense Tracker (Mini Project)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PARTH | MCA Semester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need a simple way to track expenses anywhere</a:t>
            </a:r>
          </a:p>
          <a:p>
            <a:r>
              <a:t>Cloud-hosted web app with add/list/chart/csv</a:t>
            </a:r>
          </a:p>
          <a:p>
            <a:r>
              <a:t>Deploy once → access anywhere (demo in class)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Browser / Phone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371600"/>
            <a:ext cx="20116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Static Web Apps</a:t>
            </a:r>
          </a:p>
          <a:p>
            <a:r>
              <a:t>(Hosting + Auth)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371600"/>
            <a:ext cx="20116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Functions</a:t>
            </a:r>
          </a:p>
          <a:p>
            <a:r>
              <a:t>(API)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65176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Cosmos DB (Mongo)</a:t>
            </a:r>
          </a:p>
          <a:p>
            <a:r>
              <a:t>(expenses)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178308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37760" y="178308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.0" y="2194560"/>
            <a:ext cx="0.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expense (amount, category, date, note)</a:t>
            </a:r>
          </a:p>
          <a:p>
            <a:r>
              <a:t>Monthly list + total</a:t>
            </a:r>
          </a:p>
          <a:p>
            <a:r>
              <a:t>Category pie chart</a:t>
            </a:r>
          </a:p>
          <a:p>
            <a:r>
              <a:t>Export to CSV</a:t>
            </a:r>
          </a:p>
          <a:p>
            <a:r>
              <a:t>Cloud deploy &amp; demo anywhere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&amp;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Actions builds &amp; deploys on push</a:t>
            </a:r>
          </a:p>
          <a:p>
            <a:r>
              <a:t>Azure Static Web Apps Free tier</a:t>
            </a:r>
          </a:p>
          <a:p>
            <a:r>
              <a:t>Azure Functions consumption (free grant)</a:t>
            </a:r>
          </a:p>
          <a:p>
            <a:r>
              <a:t>Cosmos minimal RU for demo</a:t>
            </a:r>
          </a:p>
          <a:p>
            <a:r>
              <a:t>Blob not used in mini (optional receipts)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app URL → add expense → show total &amp; pie → export CSV</a:t>
            </a:r>
          </a:p>
          <a:p>
            <a:r>
              <a:t>Show Azure Portal resources</a:t>
            </a:r>
          </a:p>
          <a:p>
            <a:r>
              <a:t>(Optional) Show GitHub Action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Receipts upload (Blob Storage)</a:t>
            </a:r>
          </a:p>
          <a:p>
            <a:r>
              <a:t>Auth (GitHub/Google/AAD B2C)</a:t>
            </a:r>
          </a:p>
          <a:p>
            <a:r>
              <a:t>Budgets &amp; alerts</a:t>
            </a:r>
          </a:p>
          <a:p>
            <a:r>
              <a:t>OCR for receipts</a:t>
            </a:r>
          </a:p>
          <a:p>
            <a:r>
              <a:t>PWA offline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